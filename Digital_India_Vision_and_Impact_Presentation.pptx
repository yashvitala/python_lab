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Vision and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Launched in 2015 by Government of India</a:t>
            </a:r>
          </a:p>
          <a:p>
            <a:r>
              <a:t>• Aim: Transform India into digitally empowered society</a:t>
            </a:r>
          </a:p>
          <a:p>
            <a:r>
              <a:t>• Improve online infrastructure and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of Digital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Infrastructure for every citizen</a:t>
            </a:r>
          </a:p>
          <a:p>
            <a:r>
              <a:t>• Governance and services on demand</a:t>
            </a:r>
          </a:p>
          <a:p>
            <a:r>
              <a:t>• Digital empowerment of citizens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Flowchart</a:t>
            </a:r>
          </a:p>
        </p:txBody>
      </p:sp>
      <p:sp>
        <p:nvSpPr>
          <p:cNvPr id="3" name="Oval 2"/>
          <p:cNvSpPr/>
          <p:nvPr/>
        </p:nvSpPr>
        <p:spPr>
          <a:xfrm>
            <a:off x="2743200" y="1828800"/>
            <a:ext cx="27432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Impact of</a:t>
            </a:r>
          </a:p>
          <a:p>
            <a:r>
              <a:t>Digital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Online Payments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9144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Easy Government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Digital Literacy Increase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6576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Rural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Startup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54864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Transparency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in Digital Payments</a:t>
            </a:r>
          </a:p>
        </p:txBody>
      </p:sp>
      <p:pic>
        <p:nvPicPr>
          <p:cNvPr id="3" name="Picture 2" descr="digital_payment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India is transforming India into a smart and modern nation.</a:t>
            </a:r>
          </a:p>
          <a:p>
            <a:r>
              <a:t>It improves transparency, efficiency, and connectivity.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